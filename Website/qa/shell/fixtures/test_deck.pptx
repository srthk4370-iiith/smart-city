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test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Synthetic content for the in-browser renderer test.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743200" cy="1371600"/>
          </a:xfrm>
          <a:prstGeom prst="rect">
            <a:avLst/>
          </a:prstGeom>
          <a:solidFill>
            <a:srgbClr val="4C7D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test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Synthetic content for the in-browser renderer test.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3657600" cy="1371600"/>
          </a:xfrm>
          <a:prstGeom prst="rect">
            <a:avLst/>
          </a:prstGeom>
          <a:solidFill>
            <a:srgbClr val="4C7D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test 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Synthetic content for the in-browser renderer test.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4572000" cy="1371600"/>
          </a:xfrm>
          <a:prstGeom prst="rect">
            <a:avLst/>
          </a:prstGeom>
          <a:solidFill>
            <a:srgbClr val="4C7D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test 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Synthetic content for the in-browser renderer test.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5486400" cy="1371600"/>
          </a:xfrm>
          <a:prstGeom prst="rect">
            <a:avLst/>
          </a:prstGeom>
          <a:solidFill>
            <a:srgbClr val="4C7D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